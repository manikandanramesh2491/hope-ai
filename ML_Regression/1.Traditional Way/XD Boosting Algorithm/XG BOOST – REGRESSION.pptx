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8C850-A964-932A-41D1-4A881EFA7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48B77-1BD3-BB12-F052-214B596466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ABFA5-2A04-B92C-3909-F02109C0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059A-39B5-00EA-483F-369BF054F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CBA7-9419-D754-0EFE-989419DD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13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2997-3345-CFFA-0297-90DE577EE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47CE-6212-CAE3-A258-60F5AAAC4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94F8C-B9D4-9701-EBE6-C69D36A3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5B460-74B9-8697-F12D-18A2D1CC6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C4BF7-D8E3-6BD0-5987-65683CEA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42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12D7-CE76-CB87-CD9E-EAB0CAEE6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47AAD4-9F51-6A6F-B0FA-BCACD8852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DEAA5-4FF0-3011-BFCF-4E0896C42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1202-F70D-4F59-0AAB-2FB4DE34D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D62DC-B18D-1771-AA5F-04DC04FEC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98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A55E-32A8-A33B-78FF-31352617C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A598A-47D3-E19E-26EC-6B83AF803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AE934-8A03-4C36-3AEF-4D7499E89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26097-4754-6CF5-E15B-465DE7A05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B839D-EA79-C2A7-155C-C14C82387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975BC-A253-4432-F61A-6A2F5530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28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29335-0C16-62F5-8565-7995A6D5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56759-CEE9-D268-F2BC-69B0ED692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CF7CF-C7FF-B575-DD7E-8B6B401EBC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AAE79-1CD0-4175-5D9D-A5050CF5A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0DE96-72A0-C14A-30C3-6B23E067C7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804B56-82CF-46C7-AAAF-9909B03AE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310F8C-EC5D-6FCD-AB2A-E492BCF89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E3404-6C94-0D9A-2541-83640E49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68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09C4-2233-B3E5-8A03-F1AC2E331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08D448-6008-A28D-0956-62F1F2F8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5F054-4A37-DAF1-6E2A-0510C0E5B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3721F-8B23-DDAA-2F60-ED97C42A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213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8AC5A1-00C8-5967-11EB-D9764DA1F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C3C070-D568-6F49-A9EB-D7E401A40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276E9-17F4-7569-2182-8F94AE67D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533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66FC7-8FF7-F159-3F55-381E6FEDC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04E24-BB1B-9208-72ED-5909CBB5E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DCD378-BF6E-A4BE-4A9E-A85434E6E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56D8A9-0853-D46B-FB16-86F7FC5BF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9998F-D5C8-E24D-50DA-4020626D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1319E7-4128-F90B-EADC-2071818E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67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ABDC-CE6E-B181-024F-AD0DCC42E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B44466-608E-686F-9793-532747C7C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D7B5B-112F-18C3-CBDC-9DCB259EE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4202D-B96B-F290-F567-C8A69D8B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7246D-1DF6-546E-02BA-311959636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A8FE4-FDF9-EA1A-F2EE-782D0B198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213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E061-0D97-0DC7-5071-06D3FED0C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18BA55-B2EF-D3EA-A5D7-AFE600EAB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1C2A9-6A36-0BC0-2AB5-48080A47D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39DCE-16D8-9645-A8AA-95CEF190E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E098F-AE57-C127-B1F8-290A380D4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039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C1BB1C-9089-ECC3-0F54-CB43F4B6B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28CA2-5A5C-5D36-F5E0-48AB374AD6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CF80-1157-A1F8-818C-84207B06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9B8EC-F952-D52F-DA4A-4CCFE685B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A8229-AD02-BFCB-BA69-187DA0914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557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CB6F3-DCFD-843A-BF62-E44BD3C0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3089D-7140-8D42-7D8E-C1CA6C1EE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4C9E9-2349-1F91-DCD2-20466302F7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91C9E-8895-47B2-9E00-7118DE642AD5}" type="datetimeFigureOut">
              <a:rPr lang="en-IN" smtClean="0"/>
              <a:t>16-05-2026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5DE0A-B745-9A61-C4A4-8F6C4918D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180C1-B0A0-7B8A-1A1A-FBB2CA145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878685-EB9C-4859-BF2B-72974FE2625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6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6B82E-32AC-286D-C5A5-91F2DE8E7E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rgbClr val="FFFFFF"/>
                </a:solidFill>
              </a:rPr>
              <a:t>XG BOOST – REGRESSION</a:t>
            </a:r>
            <a:endParaRPr lang="en-IN" sz="4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71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60A24-6710-5FBA-4B1D-07BF93299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Introduction to </a:t>
            </a:r>
            <a:r>
              <a:rPr lang="en-IN" sz="4000" dirty="0" err="1"/>
              <a:t>XGBoost</a:t>
            </a:r>
            <a:r>
              <a:rPr lang="en-IN" sz="4000" dirty="0"/>
              <a:t>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5FDC8-AD5D-6954-8C31-A66EAAF86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 err="1"/>
              <a:t>XGBoost</a:t>
            </a:r>
            <a:r>
              <a:rPr lang="en-US" sz="2000" dirty="0"/>
              <a:t> is an advanced boosting algorithm used for regression problems.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It improves prediction accuracy by combining multiple decision trees.</a:t>
            </a: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n-US" sz="2000" dirty="0"/>
              <a:t>Widely used in machine learning and data science applications.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Placeholder 6" descr="XGBoost_slide_0.png">
            <a:extLst>
              <a:ext uri="{FF2B5EF4-FFF2-40B4-BE49-F238E27FC236}">
                <a16:creationId xmlns:a16="http://schemas.microsoft.com/office/drawing/2014/main" id="{333D5CFC-DD12-4817-37F4-462ECD9ABE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201" r="6201"/>
          <a:stretch>
            <a:fillRect/>
          </a:stretch>
        </p:blipFill>
        <p:spPr>
          <a:xfrm>
            <a:off x="7325794" y="987426"/>
            <a:ext cx="4029594" cy="3181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4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8FF1FF-0559-1931-44B3-C775441C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6A5352-F494-7D71-D065-8B5CACE6A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CD5338-E0BB-07EB-F70C-25C7983B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How </a:t>
            </a:r>
            <a:r>
              <a:rPr lang="en-IN" sz="4000" dirty="0" err="1"/>
              <a:t>XGBoost</a:t>
            </a:r>
            <a:r>
              <a:rPr lang="en-IN" sz="4000" dirty="0"/>
              <a:t> Regression Works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AB911-718D-838B-458D-4606EA9C5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Builds trees sequentially to reduce prediction errors.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Uses gradient boosting technique for model optimization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Final prediction is obtained by combining all weak learners.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A11D38-FC68-6993-3299-8481AF7EF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F7849D-A639-B501-1E5C-0746E99D3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59013D-DD89-E0C8-BF70-C9FD5E7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601864-754B-B7B5-BC3A-EC2DABE74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XGBoost_slide_1.png">
            <a:extLst>
              <a:ext uri="{FF2B5EF4-FFF2-40B4-BE49-F238E27FC236}">
                <a16:creationId xmlns:a16="http://schemas.microsoft.com/office/drawing/2014/main" id="{B054F37E-F530-CC16-73EA-FBE0F3BD002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45" r="4745"/>
          <a:stretch>
            <a:fillRect/>
          </a:stretch>
        </p:blipFill>
        <p:spPr>
          <a:xfrm>
            <a:off x="6878382" y="987426"/>
            <a:ext cx="4477005" cy="35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49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AA69BA-94C6-B398-F8B1-9775EB560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64C0DD3-4B11-C434-FEE7-6860E76D2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6165A5-EC48-EA9B-2D22-93C52171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Features of </a:t>
            </a:r>
            <a:r>
              <a:rPr lang="en-IN" sz="4000" dirty="0" err="1"/>
              <a:t>XGBoost</a:t>
            </a:r>
            <a:r>
              <a:rPr lang="en-IN" sz="4000" dirty="0"/>
              <a:t>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147C0-08B5-F983-775E-8FB1062F2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Provides high accuracy and fast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Includes regularization to reduce overfitting.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Handles missing values and large datasets efficiently.</a:t>
            </a:r>
          </a:p>
          <a:p>
            <a:endParaRPr lang="en-US" sz="2000" dirty="0"/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1B2FE9-1A7E-C4D6-E301-F98F07C19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D98F95-0B3B-09C3-B972-D7EDAD57D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642F10-96AD-06FE-A77C-5B1BE539C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F3E196-118E-E94E-CDAC-CD33B1D08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Placeholder 7" descr="XGBoost_slide_2.png">
            <a:extLst>
              <a:ext uri="{FF2B5EF4-FFF2-40B4-BE49-F238E27FC236}">
                <a16:creationId xmlns:a16="http://schemas.microsoft.com/office/drawing/2014/main" id="{02320B95-5E2C-DF0A-D038-F341BD379D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745" r="4745"/>
          <a:stretch>
            <a:fillRect/>
          </a:stretch>
        </p:blipFill>
        <p:spPr>
          <a:xfrm>
            <a:off x="6878382" y="987426"/>
            <a:ext cx="4477005" cy="35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35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B5BE0-E0A8-0BB0-F71F-8D216F123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1446A18-FEE3-C510-146C-306890360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D07BC4-D518-A6E3-B18D-94A4E70E8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Advantages and Limitations of </a:t>
            </a:r>
            <a:r>
              <a:rPr lang="en-US" sz="4000" dirty="0" err="1"/>
              <a:t>XGBoost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F929C-D2BF-F2CE-64D1-742608778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r>
              <a:rPr lang="en-US" sz="2000" b="1" dirty="0"/>
              <a:t>Advantages: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High speed and better prediction performance</a:t>
            </a:r>
          </a:p>
          <a:p>
            <a:endParaRPr lang="en-US" sz="2000" dirty="0"/>
          </a:p>
          <a:p>
            <a:r>
              <a:rPr lang="en-US" sz="2000" b="1" dirty="0"/>
              <a:t>Limitations: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Requires parameter tuning for best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Training process can be computationally expensive</a:t>
            </a:r>
            <a:r>
              <a:rPr lang="en-IN" sz="2000" dirty="0"/>
              <a:t>.</a:t>
            </a:r>
          </a:p>
          <a:p>
            <a:endParaRPr lang="en-US" sz="2000" dirty="0"/>
          </a:p>
          <a:p>
            <a:endParaRPr lang="en-US" sz="20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099E84-D517-D6B9-2046-9C32EBA0F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C9C5F-F0A7-1073-680B-C4C98EAE3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0ADB58-580D-B0E6-020A-3EDA94AC5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A63255-1D9B-08CC-AD9B-79B7373F5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Placeholder 5" descr="XGBoost_slide_3.png">
            <a:extLst>
              <a:ext uri="{FF2B5EF4-FFF2-40B4-BE49-F238E27FC236}">
                <a16:creationId xmlns:a16="http://schemas.microsoft.com/office/drawing/2014/main" id="{0110E22C-E53B-1638-CFAE-7945A6D3623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878384" y="987425"/>
            <a:ext cx="4477004" cy="353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52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608EBF-227D-D841-636C-2CA4D4083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25FF993-3820-D5D0-D83D-F26844D9D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CE6A03-E152-247C-BE24-CB070F5A7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/>
              <a:t>Applications of </a:t>
            </a:r>
            <a:r>
              <a:rPr lang="en-IN" sz="4000" dirty="0" err="1"/>
              <a:t>XGBoost</a:t>
            </a:r>
            <a:r>
              <a:rPr lang="en-IN" sz="4000" dirty="0"/>
              <a:t> Regression</a:t>
            </a: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40A914-74EE-A0C4-A507-9ABE5470EB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4923" y="2405894"/>
            <a:ext cx="5315189" cy="3535083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Used in finance for stock and sales prediction.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Applied in healthcare and customer analytics.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Helpful in forecasting and business intelligence systems.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6CF6-CF45-71F3-672D-BCBD3E1D61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24831D-62C4-A96C-5216-C5373982F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41E915-37F5-03AD-90D7-6642B9DA5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55984E-C702-E91F-F46C-D3A3324BB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Placeholder 7" descr="XGBoost_slide_4.png">
            <a:extLst>
              <a:ext uri="{FF2B5EF4-FFF2-40B4-BE49-F238E27FC236}">
                <a16:creationId xmlns:a16="http://schemas.microsoft.com/office/drawing/2014/main" id="{BE689FB2-F69A-66F3-3345-70DAB9A8CCA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3054" r="3054"/>
          <a:stretch>
            <a:fillRect/>
          </a:stretch>
        </p:blipFill>
        <p:spPr>
          <a:xfrm>
            <a:off x="6878382" y="987426"/>
            <a:ext cx="4477005" cy="35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4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151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XG BOOST – REGRESSION</vt:lpstr>
      <vt:lpstr>Introduction to XGBoost Regression</vt:lpstr>
      <vt:lpstr>How XGBoost Regression Works</vt:lpstr>
      <vt:lpstr>Features of XGBoost Regression</vt:lpstr>
      <vt:lpstr>Advantages and Limitations of XGBoost</vt:lpstr>
      <vt:lpstr>Applications of XGBoost Regression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Suresh</dc:creator>
  <cp:lastModifiedBy>Suresh</cp:lastModifiedBy>
  <cp:revision>4</cp:revision>
  <dcterms:created xsi:type="dcterms:W3CDTF">2026-05-16T09:06:11Z</dcterms:created>
  <dcterms:modified xsi:type="dcterms:W3CDTF">2026-05-16T11:23:30Z</dcterms:modified>
</cp:coreProperties>
</file>